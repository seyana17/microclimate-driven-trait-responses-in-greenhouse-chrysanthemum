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522" y="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B6D9F2-EB3D-4971-BADF-7EEC1D549C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5FE4507-D0F6-445A-9277-B8BAF99DD5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2CACF1-350D-42EF-887C-958618D9E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45779-3797-4AEB-919C-17491D3CB19F}" type="datetimeFigureOut">
              <a:rPr lang="zh-CN" altLang="en-US" smtClean="0"/>
              <a:t>2024/9/29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8CF529-7F5A-4E7C-84E0-83C195EAC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AECF87-C3B0-43D5-B63B-148ED2D99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80D9E-697E-4BB5-981C-14EEC212FD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133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FD114E-4D08-4475-B9AA-6D273853F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B16967-D582-4A3E-B00C-203B18947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4E457B-F79C-490B-B50B-A549BDD82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45779-3797-4AEB-919C-17491D3CB19F}" type="datetimeFigureOut">
              <a:rPr lang="zh-CN" altLang="en-US" smtClean="0"/>
              <a:t>2024/9/29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E642E2-28C0-44C2-9231-6891768B9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691573-8633-47D3-9F1C-83FC5A82B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80D9E-697E-4BB5-981C-14EEC212FD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6933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9EF41D-5B1E-4944-8420-BCE03093C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1639EC4-F3E7-4D1F-BD41-E161E5BC73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4C9BF5-E891-4E87-B6B1-438FC8713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45779-3797-4AEB-919C-17491D3CB19F}" type="datetimeFigureOut">
              <a:rPr lang="zh-CN" altLang="en-US" smtClean="0"/>
              <a:t>2024/9/29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F870EE-2C40-4F8E-ACAA-F159BFAB2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75B6C1-4553-4A4D-9FBE-0E94472B8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80D9E-697E-4BB5-981C-14EEC212FD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0856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09C83B-8CB2-43C9-9C7B-BF7077E0A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1E84BA-8595-4896-A582-BBFA8B6485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417029E-1A83-4539-B99D-A9C81A016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E9BE136-1FD8-4B24-92D5-6AC49DC96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45779-3797-4AEB-919C-17491D3CB19F}" type="datetimeFigureOut">
              <a:rPr lang="zh-CN" altLang="en-US" smtClean="0"/>
              <a:t>2024/9/29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32DB809-7F03-4F16-8658-D123ECC09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83441F4-3B94-4FD7-975C-5FF8A6C7E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80D9E-697E-4BB5-981C-14EEC212FD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2530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48F47B-3191-40ED-9A02-C921953B8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D70E834-2788-44DC-9D94-C758BA3E73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FF05523-DB2A-4B1D-B12E-96C8A66A44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E40290A-6A92-4E4F-A476-7B6F6A130F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DD26864-C30A-4B5D-9FDF-6AF7AEF512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3149E9C-8A88-4480-AB32-1845F6044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45779-3797-4AEB-919C-17491D3CB19F}" type="datetimeFigureOut">
              <a:rPr lang="zh-CN" altLang="en-US" smtClean="0"/>
              <a:t>2024/9/29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3FB438B-5619-4838-B15B-5250841AC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A15368A-71F8-4826-BF08-FAA00F9DB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80D9E-697E-4BB5-981C-14EEC212FD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5095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5FAD8-BF2C-438B-8198-4C19CE324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B0CE435-FE89-406A-A3C7-DF07D32D2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45779-3797-4AEB-919C-17491D3CB19F}" type="datetimeFigureOut">
              <a:rPr lang="zh-CN" altLang="en-US" smtClean="0"/>
              <a:t>2024/9/29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FB3278A-E713-4A23-80A3-ECA8630BC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38C2175-F24B-4C6B-B86F-60BDF555A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80D9E-697E-4BB5-981C-14EEC212FD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6158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2AFAE27-EE97-4114-BE85-7D2D4712D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45779-3797-4AEB-919C-17491D3CB19F}" type="datetimeFigureOut">
              <a:rPr lang="zh-CN" altLang="en-US" smtClean="0"/>
              <a:t>2024/9/29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AAAE9-5CD5-4E93-8C92-71723F7B3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633198-B974-4756-91A1-A0684C72F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80D9E-697E-4BB5-981C-14EEC212FD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7792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08DE7F-56CB-4A65-93DF-56894F9A9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771A99-403D-4222-BF18-887883882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0428D5D-2005-47BD-A2A1-F3FB18D0E6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BD909D-0EDA-4A08-9A07-402BF44FE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45779-3797-4AEB-919C-17491D3CB19F}" type="datetimeFigureOut">
              <a:rPr lang="zh-CN" altLang="en-US" smtClean="0"/>
              <a:t>2024/9/29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57A19B4-8AB9-4E02-B962-4E5BF0469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17BD98-565D-41B5-8269-AF9328E4F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80D9E-697E-4BB5-981C-14EEC212FD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1076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AD7907-5FDB-4AED-8453-61239C9F8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E301835-B6B4-45E8-9B63-95D13B075F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30C45A-B5A7-4CF6-9490-A943F6A931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9800EA5-90B0-4A0F-A861-8070AB184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45779-3797-4AEB-919C-17491D3CB19F}" type="datetimeFigureOut">
              <a:rPr lang="zh-CN" altLang="en-US" smtClean="0"/>
              <a:t>2024/9/29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B201326-E6C9-4207-80CA-140B69FD5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98F4C98-83DB-4B32-9002-B695A0BD1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80D9E-697E-4BB5-981C-14EEC212FD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2181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93A716-E000-4709-B9C6-BF476DB00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6FBF4BF-60BD-47C4-9186-8A512142FC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78E360-6BB0-48C8-8936-35F3E9A0F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45779-3797-4AEB-919C-17491D3CB19F}" type="datetimeFigureOut">
              <a:rPr lang="zh-CN" altLang="en-US" smtClean="0"/>
              <a:t>2024/9/29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A8093C-4C9E-48FD-8ADF-80E9E51AC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332315-2947-44C4-9C7C-8A53906ED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80D9E-697E-4BB5-981C-14EEC212FD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7918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1066299-BEA2-408E-9912-16E721B68B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67706A6-B341-45FC-9C07-604A4C2742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D9DE3D-E26F-4FBA-82E6-007ECD135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45779-3797-4AEB-919C-17491D3CB19F}" type="datetimeFigureOut">
              <a:rPr lang="zh-CN" altLang="en-US" smtClean="0"/>
              <a:t>2024/9/29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F27A3B-25A5-40BD-B5AB-00A1BD6F0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3A0C00-D487-4442-8D44-6BFA934EA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80D9E-697E-4BB5-981C-14EEC212FD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7083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0CB4418-2251-4D0C-85C7-C6BCA9988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12E4B80-60D8-46EB-93FC-DB85BD4E10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9F690B-4AD4-416B-A0AD-8C5AF6B5F8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845779-3797-4AEB-919C-17491D3CB19F}" type="datetimeFigureOut">
              <a:rPr lang="zh-CN" altLang="en-US" smtClean="0"/>
              <a:t>2024/9/29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8A27F5-E3C5-42A0-8F41-5F5D2395FA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8A78DC-E116-42E6-95BF-4333258090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880D9E-697E-4BB5-981C-14EEC212FD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4208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42D1B311-CF0F-40EE-A1D4-FFBF1CD25A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488000"/>
            <a:ext cx="5040000" cy="20412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687DB46-DD92-45F1-84D0-FA79F55168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16000"/>
            <a:ext cx="5040000" cy="20412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660C88A-3D88-4253-95C8-EEE730A721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44000"/>
            <a:ext cx="5040000" cy="20412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8173D64-E85F-4635-9F72-2789606CA6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72000"/>
            <a:ext cx="5040000" cy="20412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382DBEE-73B4-453B-80B8-9EF34640D8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040000" cy="2041200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8BE96446-DA9A-4266-9654-A9756C567C8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6000" y="7488000"/>
            <a:ext cx="5040000" cy="204120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EEF97830-D0E9-42B9-B7CC-2C01DA3B76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6000" y="5616000"/>
            <a:ext cx="5040000" cy="204120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2CBF51C8-5E33-422D-BE3A-14FFDC41D23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6000" y="3744000"/>
            <a:ext cx="5040000" cy="204120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B0AA9C20-1E9F-49A4-A6EC-78B84B9A8B1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6000" y="1872000"/>
            <a:ext cx="5040000" cy="2041200"/>
          </a:xfrm>
          <a:prstGeom prst="rect">
            <a:avLst/>
          </a:prstGeom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CEE93F39-D827-4B1C-983E-1CCC703FD7DF}"/>
              </a:ext>
            </a:extLst>
          </p:cNvPr>
          <p:cNvSpPr/>
          <p:nvPr/>
        </p:nvSpPr>
        <p:spPr>
          <a:xfrm>
            <a:off x="904875" y="260985"/>
            <a:ext cx="3428365" cy="874395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18F6DEF-BA40-4400-80A7-2F385456D940}"/>
              </a:ext>
            </a:extLst>
          </p:cNvPr>
          <p:cNvSpPr/>
          <p:nvPr/>
        </p:nvSpPr>
        <p:spPr>
          <a:xfrm>
            <a:off x="904874" y="2628900"/>
            <a:ext cx="3428366" cy="848360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91E70E4-B5B8-4541-8575-E2BA3F02DE94}"/>
              </a:ext>
            </a:extLst>
          </p:cNvPr>
          <p:cNvSpPr/>
          <p:nvPr/>
        </p:nvSpPr>
        <p:spPr>
          <a:xfrm>
            <a:off x="5260874" y="2627844"/>
            <a:ext cx="3428366" cy="848360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E792715-EEA9-4293-9238-DFFD0FCB0B35}"/>
              </a:ext>
            </a:extLst>
          </p:cNvPr>
          <p:cNvSpPr/>
          <p:nvPr/>
        </p:nvSpPr>
        <p:spPr>
          <a:xfrm>
            <a:off x="904874" y="6339840"/>
            <a:ext cx="3428366" cy="490220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FBB902B-197A-485F-AF13-5641AA0F5500}"/>
              </a:ext>
            </a:extLst>
          </p:cNvPr>
          <p:cNvSpPr/>
          <p:nvPr/>
        </p:nvSpPr>
        <p:spPr>
          <a:xfrm>
            <a:off x="5260874" y="6339840"/>
            <a:ext cx="3428366" cy="490220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A4F5FCC-9737-4F84-924A-FBE4BE882590}"/>
              </a:ext>
            </a:extLst>
          </p:cNvPr>
          <p:cNvSpPr/>
          <p:nvPr/>
        </p:nvSpPr>
        <p:spPr>
          <a:xfrm>
            <a:off x="904874" y="8211840"/>
            <a:ext cx="3428366" cy="652760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9077A6B-1FF1-4B6A-92FF-C20C0890D731}"/>
              </a:ext>
            </a:extLst>
          </p:cNvPr>
          <p:cNvSpPr/>
          <p:nvPr/>
        </p:nvSpPr>
        <p:spPr>
          <a:xfrm>
            <a:off x="5260874" y="8211840"/>
            <a:ext cx="3428366" cy="652760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4776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Xiao Xiao</dc:creator>
  <cp:lastModifiedBy>Xiao Xiao</cp:lastModifiedBy>
  <cp:revision>2</cp:revision>
  <dcterms:created xsi:type="dcterms:W3CDTF">2024-09-29T09:40:24Z</dcterms:created>
  <dcterms:modified xsi:type="dcterms:W3CDTF">2024-09-29T09:52:30Z</dcterms:modified>
</cp:coreProperties>
</file>